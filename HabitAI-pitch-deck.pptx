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Habit building breaks when consistency takes too much effort.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people know what habits they want, but daily tracking, reminders, and motivation are still fragmented.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901952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D7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 apps often feel like forms instead of a fast daily companion.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drop off when logging, reminders, and progress review live in separate steps.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Text-heavy flows create friction when the real need is a quick, low-effort action.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08192" y="1901952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8FB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Pain Point Snapshot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5603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606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taps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25603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606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daily 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2560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2606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motivation loop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1546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People don’t fail because habits are unimportant. They fail because the support system is too easy to ignore.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That leaves a gap for a habit companion that is immediate, mobile-first, and easier to use than to avoid.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0" y="6455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HabitAI | Pitch Deck | 1/4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HabitAI makes daily consistency feel lightweight, guided, and mobile-native.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combines manual tracking, reminders, progress feedback, and an assistant-first interaction model.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874520"/>
            <a:ext cx="5623560" cy="406908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12700">
            <a:solidFill>
              <a:srgbClr val="D7E3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2402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134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2221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Onboard quickly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24963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Choose or create habits with a guided, card-based flow.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7552" y="31181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912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30998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Track from Today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72768" y="33741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Complete, skip, or update measurable habits in one place.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7552" y="39959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0690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977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Stay on schedule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72768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 local reminders and streak feedback to maintain momentum.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7552" y="48737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9469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4855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Ask the assistant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72768" y="51297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Speak or type natural commands for faster habit actions.</a:t>
            </a:r>
            <a:endParaRPr lang="en-US" sz="1100" dirty="0"/>
          </a:p>
        </p:txBody>
      </p:sp>
      <p:pic>
        <p:nvPicPr>
          <p:cNvPr id="24" name="Image 0" descr="C:\Users\mhvin\OneDrive\Documents\hackathon\assistant-ui-fix-check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2148840" cy="415137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052560" y="2029968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061225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08592" y="22677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stands out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253728" y="26517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habit storage for reliable offline use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Today, Calendar, Analytics, Assistant, and Settings tabs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capture with preview-first execution for safer actions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692640" y="6455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HabitAI | Pitch Deck | 2/4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/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with a pragmatic mobile stack designed for fast iteration and future scale.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build is intentionally local-first, with cloud and monetization seams already prepared.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20756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24048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Expo, React Native, Expo Router, TypeScript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70248" y="20756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State &amp; UX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70248" y="24048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Zustand, Async persistence, native-feeling card-based 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62088" y="20756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Core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62088" y="24048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expo-notifications, expo-speech-recognition, expo-speech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840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Backend Ready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8408" y="43708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Firebase Auth already wired; Firestore and Cloud Functions planned next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3840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70248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70248" y="43708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Sentry integration, privacy-safe telemetry seam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3840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62088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Monetization Path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62088" y="43708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RevenueCat planned for premium features like advanced reminders and exports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0" y="6455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HabitAI | Pitch Deck | 3/4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HabitAI is built for people who want consistency without heavy setup or daily friction.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initial audience is mobile-first users trying to build routines that survive real life.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1901952"/>
            <a:ext cx="608076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D7E3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665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Students &amp; early professionals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20665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Need structure for study, fitness, sleep, and personal routines.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2944368"/>
            <a:ext cx="6080760" cy="822960"/>
          </a:xfrm>
          <a:prstGeom prst="roundRect">
            <a:avLst>
              <a:gd name="adj" fmla="val 8889"/>
            </a:avLst>
          </a:prstGeom>
          <a:solidFill>
            <a:srgbClr val="ECFEFF"/>
          </a:solidFill>
          <a:ln w="12700">
            <a:solidFill>
              <a:srgbClr val="D7E3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089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Busy self-improvers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Want simple tracking, reminders, and visible progress without spreadsheet overhead.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986784"/>
            <a:ext cx="608076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D7E3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151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Users who prefer voice-first convenience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4151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Benefit from speaking quick habit actions instead of navigating multiple screens.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96596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0B122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2677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this audience fits now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62672" y="26974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already use phones as their daily command center.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need low-friction habit support, not a complex planning system.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likely to value future premium features once consistency becomes part of their routine.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57972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HabitAI’s pitch: turn self-discipline into a smoother daily interaction.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92640" y="6455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HabitAI | Pitch Deck | 4/4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HabitAI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HabitAI Pitch Deck</dc:title>
  <dc:subject>HabitAI 4-slide pitch deck</dc:subject>
  <dc:creator>OpenAI Codex</dc:creator>
  <cp:lastModifiedBy>OpenAI Codex</cp:lastModifiedBy>
  <cp:revision>1</cp:revision>
  <dcterms:created xsi:type="dcterms:W3CDTF">2026-05-28T16:04:46Z</dcterms:created>
  <dcterms:modified xsi:type="dcterms:W3CDTF">2026-05-28T16:04:46Z</dcterms:modified>
</cp:coreProperties>
</file>